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83"/>
    <p:restoredTop sz="94699"/>
  </p:normalViewPr>
  <p:slideViewPr>
    <p:cSldViewPr snapToGrid="0">
      <p:cViewPr varScale="1">
        <p:scale>
          <a:sx n="95" d="100"/>
          <a:sy n="95" d="100"/>
        </p:scale>
        <p:origin x="1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8D2B-1CE8-1872-45F2-5A1A3CA15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5A246-4C2C-0A5C-E876-D0D72A7F6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244C9-4CD6-508A-C27E-3A45456E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6F5B-72DE-0F51-CB40-25631F7B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64A9-0F7B-2F49-0422-B6238484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76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0788-F304-0D63-ED26-C6341F41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E4E1-090A-4C7B-70E5-0988C8034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4C5D1-7360-D661-FA23-3DB642AC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B8F97-FE65-8F06-D289-FCBBAB54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EA95-9099-03B7-886F-0730E58C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03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B655-E10E-616C-13F1-9EF86715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1ABE-4F4C-2B75-2BEB-7707EDFF1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EB552-D24F-3BAA-E32A-D713B250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34724-223B-68EE-7F06-65915580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3765A-D8A8-8721-D4FC-AE3391C8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2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15F1-5552-0057-D02C-64DB235F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6C4BB-110A-773E-6F05-28F0C67C3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EBB3D-B809-ECE7-93A3-8766D038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3AD9F-9091-5EAD-69B3-01F5193C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4C215-A7AB-C440-5814-6B911A93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D1D93-2704-2EE9-265C-1B2B2918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6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8A61-11EF-880F-692F-A1EBDCD5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F34DE-B45E-F216-900B-0263F9CE0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BA21C-7C1A-D96B-5C62-E9996F53B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1A847-E8EC-5BC0-52E7-DDC2C2EED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239DA-2B2A-4CB8-04A7-8D7204FB8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41B3E-1CB7-F8E0-AD3A-A8540423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64FBA-A51D-0938-6ADE-6208F8A6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9661A-9F00-D719-C525-8DA438BE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4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CF3A-A97C-675B-D7C5-ECADFE2F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42827-C3AE-F897-7A71-81D7C35C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508E3-4E5C-A098-5B41-8B90010E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35F46-81C1-9562-678F-117CAC4B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26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8606E-06CF-4A3E-448B-56EFE25C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6BF5-C8C8-3E43-22CB-A3AF48FA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FB7AE-49D2-37C4-3EA1-88157CD6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39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C0D0-D35D-5F7B-B336-8933319A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2574-BAE3-253E-C9D7-6417E429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039E-E724-A197-DA9E-945378A0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AD558-854D-54AB-C9D1-9BDB067F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AF0BE-3A51-24F0-4137-B61C62D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DC41A-DA80-11F2-9E50-ECF583D0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36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E3AB-22A1-BA0E-EE2B-12EED58B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7E91B-DC42-FAA8-E22B-0E9540E0C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53C98-E378-DFFC-8F48-ABB38FAF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0882-5D5D-4FAB-D180-4AA29C0B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4EE48-84AC-C5C8-DDF6-F30D971C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61326-8A68-D274-8CD6-6C0D6832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87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16D1-841A-92A3-2266-687DCF59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397A3-D634-46AC-7816-59AF8E719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FFE88-CD77-FD61-3964-58DDEA24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0756-48C2-542F-CDBA-76C1C16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C27E0-289F-F31D-F82C-D4E6308F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9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E2EF0-0AD0-CE57-8C0A-420D77D65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97A9C-105F-02E5-511F-628B20A54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4A3C-C333-B71D-FDD5-034E3AA7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579A3-FF49-D4C2-BD42-3CC69964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301FC-E788-AA1F-F571-7241ADB1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20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AFBB8-717E-85A6-6D60-4AB1F927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8B0EA-D140-CEDF-9762-3A27A899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7D87-FEDD-4206-A9A3-307A3A68E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95D68-3EE8-7441-9D34-57EEEC840794}" type="datetimeFigureOut">
              <a:rPr lang="de-DE" smtClean="0"/>
              <a:t>03.07.24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50C0-4614-5FB5-08DA-C7488CE29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9F6B-B9F6-2873-822E-FF87DF866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D383B-C22C-4C4C-80E2-52DD248E71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46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dsfactory/gdsfactor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EC71-6419-1CC9-49CD-046D3D3DB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0644"/>
            <a:ext cx="9144000" cy="2387600"/>
          </a:xfrm>
        </p:spPr>
        <p:txBody>
          <a:bodyPr>
            <a:normAutofit/>
          </a:bodyPr>
          <a:lstStyle/>
          <a:p>
            <a:r>
              <a:rPr lang="de-DE" sz="8000" b="1" dirty="0" err="1"/>
              <a:t>gdsfactory</a:t>
            </a:r>
            <a:endParaRPr lang="de-DE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7F0EC-44D1-674C-6100-97899F4B0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3318"/>
            <a:ext cx="9144000" cy="982319"/>
          </a:xfrm>
        </p:spPr>
        <p:txBody>
          <a:bodyPr/>
          <a:lstStyle/>
          <a:p>
            <a:r>
              <a:rPr lang="de-DE" dirty="0">
                <a:hlinkClick r:id="rId2"/>
              </a:rPr>
              <a:t>https://github.com/gdsfactory/gdsfactory</a:t>
            </a:r>
            <a:endParaRPr lang="de-DE" dirty="0"/>
          </a:p>
          <a:p>
            <a:r>
              <a:rPr lang="de-DE" dirty="0" err="1"/>
              <a:t>Keyla</a:t>
            </a:r>
            <a:r>
              <a:rPr lang="de-DE" dirty="0"/>
              <a:t> Domingos Lopes</a:t>
            </a:r>
          </a:p>
        </p:txBody>
      </p:sp>
    </p:spTree>
    <p:extLst>
      <p:ext uri="{BB962C8B-B14F-4D97-AF65-F5344CB8AC3E}">
        <p14:creationId xmlns:p14="http://schemas.microsoft.com/office/powerpoint/2010/main" val="349730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81A9-02EA-FF90-FD98-E1FAA388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Original </a:t>
            </a:r>
            <a:r>
              <a:rPr lang="de-DE" b="1" dirty="0" err="1"/>
              <a:t>coverage</a:t>
            </a:r>
            <a:r>
              <a:rPr lang="de-DE" b="1" dirty="0"/>
              <a:t> </a:t>
            </a:r>
            <a:r>
              <a:rPr lang="de-DE" b="1" dirty="0" err="1"/>
              <a:t>results</a:t>
            </a:r>
            <a:endParaRPr lang="de-DE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5AA3B7-D77C-E303-2951-416CC3BB6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377" y="1356068"/>
            <a:ext cx="8887839" cy="435133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D8A42E-AD7A-BDA2-50B5-FE18654B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416" y="5707406"/>
            <a:ext cx="8487759" cy="300375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ED02600-1DBF-685B-D36B-A3F4D7E4D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82" y="6007781"/>
            <a:ext cx="9177545" cy="2279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3AB75B-D11C-168B-86DB-8B085C162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482" y="6264002"/>
            <a:ext cx="9177545" cy="1838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5D42D8-9D6B-2938-1C10-BA213830F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415" y="6473516"/>
            <a:ext cx="8487759" cy="29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0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7FC0-ABA4-C2BD-D2D2-923619788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Analysis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uncovered</a:t>
            </a:r>
            <a:r>
              <a:rPr lang="de-DE" b="1" dirty="0"/>
              <a:t> </a:t>
            </a:r>
            <a:r>
              <a:rPr lang="de-DE" b="1" dirty="0" err="1"/>
              <a:t>parts</a:t>
            </a:r>
            <a:endParaRPr lang="de-D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E81F8-9D0D-EB39-CC83-4C11C137D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9" r="38937" b="-769"/>
          <a:stretch/>
        </p:blipFill>
        <p:spPr>
          <a:xfrm>
            <a:off x="457926" y="1299851"/>
            <a:ext cx="5862192" cy="431728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121511E-3594-2FDF-3829-5CBC243E0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8482" y="3429000"/>
            <a:ext cx="6740542" cy="3007699"/>
          </a:xfrm>
        </p:spPr>
      </p:pic>
    </p:spTree>
    <p:extLst>
      <p:ext uri="{BB962C8B-B14F-4D97-AF65-F5344CB8AC3E}">
        <p14:creationId xmlns:p14="http://schemas.microsoft.com/office/powerpoint/2010/main" val="120944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0554-C36D-EB52-0D68-43727A5A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Coverage </a:t>
            </a:r>
            <a:r>
              <a:rPr lang="de-DE" b="1" dirty="0" err="1"/>
              <a:t>improvement</a:t>
            </a:r>
            <a:endParaRPr lang="de-DE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832419-C1A5-ADFD-063D-1EC4D8773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21" y="1371600"/>
            <a:ext cx="6032568" cy="37703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8D6D03-E79E-C79E-08B5-79E64140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54" y="2866767"/>
            <a:ext cx="6267346" cy="391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8C2-FEC3-4396-A9F8-38B379CD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New </a:t>
            </a:r>
            <a:r>
              <a:rPr lang="de-DE" b="1" dirty="0" err="1"/>
              <a:t>coverage</a:t>
            </a:r>
            <a:r>
              <a:rPr lang="de-DE" b="1" dirty="0"/>
              <a:t> </a:t>
            </a:r>
            <a:r>
              <a:rPr lang="de-DE" b="1" dirty="0" err="1"/>
              <a:t>results</a:t>
            </a:r>
            <a:endParaRPr lang="de-DE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35203-89F3-658B-5183-68E76027D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080" y="1253331"/>
            <a:ext cx="8887839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46120-B937-4B25-04A6-1F6CB8B0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080" y="6357629"/>
            <a:ext cx="9212400" cy="203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A05742-4E44-9217-11F6-DF267C339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080" y="6152537"/>
            <a:ext cx="9255600" cy="205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C2D8E5-D5F5-838A-598B-6FFF39616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080" y="5915574"/>
            <a:ext cx="7772400" cy="236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3BEBCB-A376-64BD-CF67-372869FEF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080" y="5655443"/>
            <a:ext cx="7772400" cy="26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2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</Words>
  <Application>Microsoft Macintosh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gdsfactory</vt:lpstr>
      <vt:lpstr>Original coverage results</vt:lpstr>
      <vt:lpstr>Analysis of uncovered parts</vt:lpstr>
      <vt:lpstr>Coverage improvement</vt:lpstr>
      <vt:lpstr>New coverage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Domingos Lopes, K. (Keyla)</dc:creator>
  <cp:lastModifiedBy>Domingos Lopes, K. (Keyla)</cp:lastModifiedBy>
  <cp:revision>1</cp:revision>
  <dcterms:created xsi:type="dcterms:W3CDTF">2024-07-03T16:46:18Z</dcterms:created>
  <dcterms:modified xsi:type="dcterms:W3CDTF">2024-07-03T17:06:09Z</dcterms:modified>
</cp:coreProperties>
</file>